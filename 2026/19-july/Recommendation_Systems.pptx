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440837" y="8893968"/>
            <a:ext cx="708837" cy="2381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Segoe UI"/>
              </a:defRPr>
            </a:pPr>
            <a:r>
              <a:t>Discensys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